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8288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Calibri"/>
              </a:rPr>
              <a:t>[data_deck]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CA3AF"/>
                </a:solidFill>
                <a:latin typeface="Calibri"/>
              </a:rPr>
              <a:t>Template — 12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[2/12] Key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[3/12] Chart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3/12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[4/12] Chart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4/12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[5/12] Chart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[6/12] Chart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[7/12] Chart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[8/12] Chart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8/12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[9/12] Chart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[10/12] Chart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[11/12] Méthodologie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11/12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Calibri"/>
              </a:rPr>
              <a:t>[12/12]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0584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51560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Calibri"/>
              </a:rPr>
              <a:t>12/12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CA3AF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