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0B3D91"/>
                </a:solidFill>
              </a:rPr>
              <a:t>[1/12] Title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0B3D91"/>
                </a:solidFill>
              </a:rPr>
              <a:t>[2/12] Key insight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0B3D91"/>
                </a:solidFill>
              </a:rPr>
              <a:t>[3/12] Chart 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0B3D91"/>
                </a:solidFill>
              </a:rPr>
              <a:t>[4/12] Chart 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0B3D91"/>
                </a:solidFill>
              </a:rPr>
              <a:t>[5/12] Chart 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0B3D91"/>
                </a:solidFill>
              </a:rPr>
              <a:t>[6/12] Chart 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0B3D91"/>
                </a:solidFill>
              </a:rPr>
              <a:t>[7/12] Chart 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0B3D91"/>
                </a:solidFill>
              </a:rPr>
              <a:t>[8/12] Chart 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0B3D91"/>
                </a:solidFill>
              </a:rPr>
              <a:t>[9/12] Chart 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0B3D91"/>
                </a:solidFill>
              </a:rPr>
              <a:t>[10/12] Chart 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0B3D91"/>
                </a:solidFill>
              </a:rPr>
              <a:t>[11/12] Méthodologie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0B3D91"/>
                </a:solidFill>
              </a:rPr>
              <a:t>[12/12] Dataset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