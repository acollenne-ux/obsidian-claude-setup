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Calibri"/>
              </a:rPr>
              <a:t>[institutional_deck]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Calibri"/>
              </a:rPr>
              <a:t>Template — 22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36576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"/>
            <a:ext cx="11825935" cy="10058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B5C"/>
                </a:solidFill>
                <a:latin typeface="Calibri"/>
              </a:rPr>
              <a:t>[3/22] Key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42415"/>
            <a:ext cx="10058400" cy="18288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46520"/>
            <a:ext cx="1051560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3/22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840480"/>
            <a:ext cx="2743200" cy="45720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Section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36576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"/>
            <a:ext cx="11825935" cy="10058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B5C"/>
                </a:solidFill>
                <a:latin typeface="Calibri"/>
              </a:rPr>
              <a:t>[19/22] Recos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42415"/>
            <a:ext cx="10058400" cy="18288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46520"/>
            <a:ext cx="1051560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19/22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36576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"/>
            <a:ext cx="11825935" cy="10058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B5C"/>
                </a:solidFill>
                <a:latin typeface="Calibri"/>
              </a:rPr>
              <a:t>[20/22] Annexes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42415"/>
            <a:ext cx="10058400" cy="18288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46520"/>
            <a:ext cx="1051560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20/22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36576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"/>
            <a:ext cx="11825935" cy="100584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B5C"/>
                </a:solidFill>
                <a:latin typeface="Calibri"/>
              </a:rPr>
              <a:t>[21/22]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42415"/>
            <a:ext cx="10058400" cy="18288"/>
          </a:xfrm>
          <a:prstGeom prst="rect">
            <a:avLst/>
          </a:prstGeom>
          <a:solidFill>
            <a:srgbClr val="007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446520"/>
            <a:ext cx="10515600" cy="914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21/22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