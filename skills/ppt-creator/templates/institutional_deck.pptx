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[1/22]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[2/22] 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[3/22] Key message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[4/22]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[5/22] Section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[6/22] Section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[7/22] Section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[8/22] Section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[9/22] Section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[10/22] Section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[11/22] Section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[12/22] Section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[13/22] Section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[14/22] Section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[15/22] Section 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[16/22] Section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[17/22] Section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[18/22] Section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[19/22] Recos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[20/22] Annexes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[21/22]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