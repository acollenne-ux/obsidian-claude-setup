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[1/15] 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[2/15] Problème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[3/15] Solution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[4/15] Marché (TAM/SAM/SOM)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[5/15] Produit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[6/15] Traction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[7/15] Business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[8/15] 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[9/15] Compétition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[10/15] Équipe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[11/15] Roadmap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[12/15] Financials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[13/15] Ask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[14/15] Use of funds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[15/15] Contact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