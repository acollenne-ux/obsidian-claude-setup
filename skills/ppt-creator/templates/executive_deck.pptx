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200400"/>
            <a:ext cx="4572000" cy="45720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82296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A1A1A"/>
                </a:solidFill>
                <a:latin typeface="Calibri"/>
              </a:rPr>
              <a:t>[executive_deck]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8229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Template — 8 slides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[2/8] Executive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2/8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[3/8] Key finding 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3/8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[4/8] Key finding 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4/8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[5/8] Key finding 3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5/8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[6/8] Recommandations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6/8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[7/8] 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7/8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1825935" cy="36576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36576"/>
            <a:ext cx="11825935" cy="100584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02B5C"/>
                </a:solidFill>
                <a:latin typeface="Calibri"/>
              </a:rPr>
              <a:t>[8/8] Annexes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42415"/>
            <a:ext cx="10058400" cy="18288"/>
          </a:xfrm>
          <a:prstGeom prst="rect">
            <a:avLst/>
          </a:prstGeom>
          <a:solidFill>
            <a:srgbClr val="007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6446520"/>
            <a:ext cx="10515600" cy="9144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0" y="6492240"/>
            <a:ext cx="731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8/8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9224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B7280"/>
                </a:solidFill>
                <a:latin typeface="Calibri"/>
              </a:rPr>
              <a:t>CONFIDENTIEL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