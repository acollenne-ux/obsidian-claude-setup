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[1/8]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[2/8]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[3/8] Key finding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[4/8] Key finding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[5/8] Key finding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[6/8] Recommandations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[7/8] Next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[8/8] Annexes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