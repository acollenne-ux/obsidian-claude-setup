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[1/15] 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[2/15] Thèse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[3/15] Valorisation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[4/15] DCF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[5/15] Comps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[6/15] Multiples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[7/15] Risques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[8/15] Catalyseurs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[9/15] Scénarios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[10/15] Bull case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[11/15] Base case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[12/15] Bear case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[13/15] Recommandation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[14/15] Target price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B3D91"/>
                </a:solidFill>
              </a:rPr>
              <a:t>[15/15]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