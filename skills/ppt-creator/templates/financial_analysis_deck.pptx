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4864" cy="6858000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82296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[financial_analysis_deck]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A55A"/>
                </a:solidFill>
                <a:latin typeface="Calibri"/>
              </a:rPr>
              <a:t>Template — 15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[2/15] 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[3/15] Valorisation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[4/15] DCF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[5/15] Comps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[6/15] Multiples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6/15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[7/15] Risques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[8/15] Catalyseurs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8/15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[9/15] Scénarios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9/15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[10/15] Bull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10/15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[11/15] Base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11/15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[12/15] Bear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12/15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[13/15] Recommandation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13/15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[14/15] Target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36576"/>
          </a:xfrm>
          <a:prstGeom prst="rect">
            <a:avLst/>
          </a:prstGeom>
          <a:solidFill>
            <a:srgbClr val="C5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6576"/>
            <a:ext cx="11871655" cy="100584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A4A"/>
                </a:solidFill>
                <a:latin typeface="Calibri"/>
              </a:rPr>
              <a:t>[15/15]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C757D"/>
                </a:solidFill>
                <a:latin typeface="Calibri"/>
              </a:rPr>
              <a:t>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C757D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